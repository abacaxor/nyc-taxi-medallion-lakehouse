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402b756c6490b" /><Relationship Type="http://schemas.openxmlformats.org/officeDocument/2006/relationships/extended-properties" Target="/docProps/app.xml" Id="R9278c93bbf584cdb" /><Relationship Type="http://schemas.openxmlformats.org/officeDocument/2006/relationships/officeDocument" Target="/ppt/presentation.xml" Id="Rde546470cfa3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fb14a0ca24239"/>
  </p:sldMasterIdLst>
  <p:notesMasterIdLst>
    <p:notesMasterId xmlns:r="http://schemas.openxmlformats.org/officeDocument/2006/relationships" r:id="R9ad04f24b0194a2b"/>
  </p:notesMasterIdLst>
  <p:sldIdLst>
    <p:sldId xmlns:r="http://schemas.openxmlformats.org/officeDocument/2006/relationships" id="256" r:id="R60945225717c49e5"/>
    <p:sldId xmlns:r="http://schemas.openxmlformats.org/officeDocument/2006/relationships" id="257" r:id="R8292745eba084ac8"/>
    <p:sldId xmlns:r="http://schemas.openxmlformats.org/officeDocument/2006/relationships" id="258" r:id="Rd0ddef0b3b3c4463"/>
    <p:sldId xmlns:r="http://schemas.openxmlformats.org/officeDocument/2006/relationships" id="259" r:id="Ra309187534284d4a"/>
    <p:sldId xmlns:r="http://schemas.openxmlformats.org/officeDocument/2006/relationships" id="260" r:id="R6a2b881802fd415c"/>
    <p:sldId xmlns:r="http://schemas.openxmlformats.org/officeDocument/2006/relationships" id="261" r:id="R7826ebb8977c4cb4"/>
    <p:sldId xmlns:r="http://schemas.openxmlformats.org/officeDocument/2006/relationships" id="262" r:id="Rec5699ae1ea64664"/>
    <p:sldId xmlns:r="http://schemas.openxmlformats.org/officeDocument/2006/relationships" id="263" r:id="R47fe8e3dc1bb46aa"/>
    <p:sldId xmlns:r="http://schemas.openxmlformats.org/officeDocument/2006/relationships" id="264" r:id="R956c5fb138454a1a"/>
    <p:sldId xmlns:r="http://schemas.openxmlformats.org/officeDocument/2006/relationships" id="265" r:id="Rf45e327367e94a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5d50b78fb4a48" /><Relationship Type="http://schemas.openxmlformats.org/officeDocument/2006/relationships/slideMaster" Target="/ppt/slideMasters/slideMaster1.xml" Id="R133fb14a0ca24239" /><Relationship Type="http://schemas.openxmlformats.org/officeDocument/2006/relationships/notesMaster" Target="/ppt/notesMasters/notesMaster1.xml" Id="R9ad04f24b0194a2b" /><Relationship Type="http://schemas.openxmlformats.org/officeDocument/2006/relationships/presProps" Target="/ppt/presProps.xml" Id="R4ddf0cc397224546" /><Relationship Type="http://schemas.openxmlformats.org/officeDocument/2006/relationships/viewProps" Target="/ppt/viewProps.xml" Id="R178aaa648dd4412a" /><Relationship Type="http://schemas.openxmlformats.org/officeDocument/2006/relationships/tableStyles" Target="/ppt/tableStyles.xml" Id="R6ce2c7c73b504021" /><Relationship Type="http://schemas.openxmlformats.org/officeDocument/2006/relationships/slide" Target="/ppt/slides/slide1.xml" Id="R60945225717c49e5" /><Relationship Type="http://schemas.openxmlformats.org/officeDocument/2006/relationships/slide" Target="/ppt/slides/slide2.xml" Id="R8292745eba084ac8" /><Relationship Type="http://schemas.openxmlformats.org/officeDocument/2006/relationships/slide" Target="/ppt/slides/slide3.xml" Id="Rd0ddef0b3b3c4463" /><Relationship Type="http://schemas.openxmlformats.org/officeDocument/2006/relationships/slide" Target="/ppt/slides/slide4.xml" Id="Ra309187534284d4a" /><Relationship Type="http://schemas.openxmlformats.org/officeDocument/2006/relationships/slide" Target="/ppt/slides/slide5.xml" Id="R6a2b881802fd415c" /><Relationship Type="http://schemas.openxmlformats.org/officeDocument/2006/relationships/slide" Target="/ppt/slides/slide6.xml" Id="R7826ebb8977c4cb4" /><Relationship Type="http://schemas.openxmlformats.org/officeDocument/2006/relationships/slide" Target="/ppt/slides/slide7.xml" Id="Rec5699ae1ea64664" /><Relationship Type="http://schemas.openxmlformats.org/officeDocument/2006/relationships/slide" Target="/ppt/slides/slide8.xml" Id="R47fe8e3dc1bb46aa" /><Relationship Type="http://schemas.openxmlformats.org/officeDocument/2006/relationships/slide" Target="/ppt/slides/slide9.xml" Id="R956c5fb138454a1a" /><Relationship Type="http://schemas.openxmlformats.org/officeDocument/2006/relationships/slide" Target="/ppt/slides/slide10.xml" Id="Rf45e327367e9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8f9f26908b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fc70fcc2454c6a" /><Relationship Type="http://schemas.openxmlformats.org/officeDocument/2006/relationships/notesMaster" Target="/ppt/notesMasters/notesMaster1.xml" Id="Rbe565a37508643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7df6b183a64a10" /><Relationship Type="http://schemas.openxmlformats.org/officeDocument/2006/relationships/notesMaster" Target="/ppt/notesMasters/notesMaster1.xml" Id="R76f854a2f0c844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354c703ed48c2" /><Relationship Type="http://schemas.openxmlformats.org/officeDocument/2006/relationships/notesMaster" Target="/ppt/notesMasters/notesMaster1.xml" Id="Rbc9b8445fe0b4d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9e4c8afca24edc" /><Relationship Type="http://schemas.openxmlformats.org/officeDocument/2006/relationships/notesMaster" Target="/ppt/notesMasters/notesMaster1.xml" Id="R9cec40df389340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26688e8d9948fd" /><Relationship Type="http://schemas.openxmlformats.org/officeDocument/2006/relationships/notesMaster" Target="/ppt/notesMasters/notesMaster1.xml" Id="Rab6fba3ff33143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ccb077ca5044a6" /><Relationship Type="http://schemas.openxmlformats.org/officeDocument/2006/relationships/notesMaster" Target="/ppt/notesMasters/notesMaster1.xml" Id="Re697fe68fdd9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e78c44c26c4094" /><Relationship Type="http://schemas.openxmlformats.org/officeDocument/2006/relationships/notesMaster" Target="/ppt/notesMasters/notesMaster1.xml" Id="R57d4d0077ad34e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02d3b827ec4c6e" /><Relationship Type="http://schemas.openxmlformats.org/officeDocument/2006/relationships/notesMaster" Target="/ppt/notesMasters/notesMaster1.xml" Id="R936a40c266294c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6695ab607c48fd" /><Relationship Type="http://schemas.openxmlformats.org/officeDocument/2006/relationships/notesMaster" Target="/ppt/notesMasters/notesMaster1.xml" Id="R763c3be17cf341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b97e9bd19b468a" /><Relationship Type="http://schemas.openxmlformats.org/officeDocument/2006/relationships/notesMaster" Target="/ppt/notesMasters/notesMaster1.xml" Id="R8efe2cbc14b2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e4b34fadd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cad0dffce94f8c" /><Relationship Type="http://schemas.openxmlformats.org/officeDocument/2006/relationships/slideLayout" Target="/ppt/slideLayouts/slideLayout1.xml" Id="R6f6ab2d9b347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ab2d9b347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9c5a3638a4431" /><Relationship Type="http://schemas.openxmlformats.org/officeDocument/2006/relationships/notesSlide" Target="/ppt/notesSlides/notesSlide1.xml" Id="Rb9d38000961e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d5caf976041d8" /><Relationship Type="http://schemas.openxmlformats.org/officeDocument/2006/relationships/notesSlide" Target="/ppt/notesSlides/notesSlide2.xml" Id="R1658ff6ffed3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c3a8716a24618" /><Relationship Type="http://schemas.openxmlformats.org/officeDocument/2006/relationships/notesSlide" Target="/ppt/notesSlides/notesSlide3.xml" Id="R28988be03d2a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aa0af265462e" /><Relationship Type="http://schemas.openxmlformats.org/officeDocument/2006/relationships/notesSlide" Target="/ppt/notesSlides/notesSlide4.xml" Id="Rb6e86360f31e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9ddf853eb4b44" /><Relationship Type="http://schemas.openxmlformats.org/officeDocument/2006/relationships/notesSlide" Target="/ppt/notesSlides/notesSlide5.xml" Id="Re8900010a56244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f23e0b1254b3c" /><Relationship Type="http://schemas.openxmlformats.org/officeDocument/2006/relationships/notesSlide" Target="/ppt/notesSlides/notesSlide6.xml" Id="R1875bfc41e0042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318da96ff46e3" /><Relationship Type="http://schemas.openxmlformats.org/officeDocument/2006/relationships/notesSlide" Target="/ppt/notesSlides/notesSlide7.xml" Id="Ra8e21def4d2f47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547ae3a6443d2" /><Relationship Type="http://schemas.openxmlformats.org/officeDocument/2006/relationships/notesSlide" Target="/ppt/notesSlides/notesSlide8.xml" Id="R3087853e32a94c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cbfa6c6aa424c" /><Relationship Type="http://schemas.openxmlformats.org/officeDocument/2006/relationships/notesSlide" Target="/ppt/notesSlides/notesSlide9.xml" Id="Rf84c320bbe3948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ab5720c2f43cf" /><Relationship Type="http://schemas.openxmlformats.org/officeDocument/2006/relationships/notesSlide" Target="/ppt/notesSlides/notesSlide10.xml" Id="Rfdb50733fa4945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BDBAA-EA5F-48E0-AE78-CB4A126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45940-CD3B-4D05-8C6D-47512DC6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2AC22-CA42-4E6B-A8D5-F215E99A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Projeto pratico | Engenharia de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4E760-4C07-4407-BEB3-D568F7D2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NYC Taxi Medallion Lakehouse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BA44C-3241-4C89-8585-51977C9A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B26A6-DCFC-4B85-AF23-F8C553F9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04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Pipeline modular com dados reais, MySQL, CSV, HDFS, Spark e Delta Lake.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858AB-6A77-4295-9F09-A10D048C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A"/>
          </a:solidFill>
          <a:ln xmlns:a="http://schemas.openxmlformats.org/drawingml/2006/main" w="9525">
            <a:solidFill>
              <a:srgbClr val="315C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86823-53CA-4D1C-BF92-621C7A05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01215-4601-482A-B488-376534BA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8EE8C-5376-417F-971F-493B3A6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9525">
            <a:solidFill>
              <a:srgbClr val="007C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0064C-DA93-46BB-B759-60D7862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A0F35-A877-420F-8290-2CB4031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E6374-E449-41EE-8BA7-C7BDB8AD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58784-F5F4-4EF9-86FA-E832ADDA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Bronze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3D9E0-3177-430C-8648-B40DF734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E7AE-54AD-45AB-AEA4-8451A038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F"/>
          </a:solidFill>
          <a:ln xmlns:a="http://schemas.openxmlformats.org/drawingml/2006/main" w="9525">
            <a:solidFill>
              <a:srgbClr val="E85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80CF-D522-4EEC-88A8-6E41E0E4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3CEA8-F881-4BA8-ABB1-DAA5B5C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7DAC2-98C9-44A0-B80A-E51B1440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218E5-AB86-4791-9445-FB506CEE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45C5C-9274-4C89-84A3-EA2F1799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Dataset aberto: 2023 Yellow Taxi Trip Data + Taxi Zone Lookup</a:t>
            </a:r>
          </a:p>
        </p:txBody>
      </p:sp>
    </p:spTree>
    <p:extLst>
      <p:ext uri="{BB962C8B-B14F-4D97-AF65-F5344CB8AC3E}">
        <p14:creationId xmlns:p14="http://schemas.microsoft.com/office/powerpoint/2010/main" val="12208419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479E9-DC30-41FE-95B9-58EA0095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22701-57AD-4FEF-94FF-9667CDED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AB146-3CFB-44B7-8E2F-C1893016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81E19-DED7-43C0-9487-8770636B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Problema de dados resolvido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56FD9-4B49-4E97-9FD1-CACEB332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CFEDB-6881-47D6-8CE5-E663CA25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13BD8-7A2E-4D42-98B6-A3B16FA1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EE3A0-8C71-4732-B2E9-774ACA90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Dados brutos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73C8E-C15D-43A5-9D94-E166D9CF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971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Viagens chegam em CSV com campos nulos, tipos textuais e registros que precisam de validacao.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C4AD6-C863-425C-BB23-A40D74A0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2C06F-0AD2-4DCF-8660-C42D20BA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2C9BB-D436-4B2E-ACE4-387220D5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Fonte relacional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6CAD7-7E7A-4304-AED2-8452D284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14600"/>
            <a:ext cx="2971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Viagens brutas ficam em MySQL, simulando uma tabela transacional antes do lakehouse.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FC6AF-105C-4A22-9011-6A8075C7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E44F2-01BA-45FB-8A6C-CBEF0C2A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9BA9F-655F-423F-AA74-E081A9FF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Negocio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07565-3550-42FC-A103-CEBD9597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2971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A camada Ouro responde onde, quando e como as corridas geram receita e gorjeta.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0357A-6BB9-4835-AF5A-0D53017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 solucao separa ingestao, qualidade e analise para deixar a demonstracao clara em sala.</a:t>
            </a:r>
          </a:p>
        </p:txBody>
      </p:sp>
    </p:spTree>
    <p:extLst>
      <p:ext uri="{BB962C8B-B14F-4D97-AF65-F5344CB8AC3E}">
        <p14:creationId xmlns:p14="http://schemas.microsoft.com/office/powerpoint/2010/main" val="823821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7F2F2-5E23-41F1-92DB-419A9EDB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47B42-E6BF-4C3C-844E-E9A10A74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97120-27B6-4305-9A9B-2F9F8212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D5C77-F94F-450E-9876-5410430C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Dataset aberto e nao sintetico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58680-545D-4DE7-97F3-C82639D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B69B9-050F-44A8-A026-92E574B8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F1D16-A50B-4B84-8AB4-626FC0DD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NYC Open Data: viagens reais de taxi amarelo em 2023.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D511E-91CC-44BD-B7C5-1609C668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F90BC-FFA1-4231-A54C-B5317B08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CSV de viagens e carregado no MySQL como origem transacional.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1F4BF-6A6F-47B6-ABFF-C6DAED64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86DF7-5253-4B53-9FA1-88460E8E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TLC Taxi Zone Lookup entra como CSV oficial de dimensao.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ADE3A-B113-4BC6-B619-A0C27E58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B6EBB-BC98-42E9-A340-2B05B442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Spark junta as fontes nas camadas Delta em HDFS.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1F41C-6576-42AA-99C6-19D5638D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762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8BD82-91CF-4513-A7EA-0309C6BC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 reais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camadas claras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execucao local</a:t>
            </a:r>
          </a:p>
        </p:txBody>
      </p:sp>
    </p:spTree>
    <p:extLst>
      <p:ext uri="{BB962C8B-B14F-4D97-AF65-F5344CB8AC3E}">
        <p14:creationId xmlns:p14="http://schemas.microsoft.com/office/powerpoint/2010/main" val="5467206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DD936-3596-447C-A7A8-3EF51259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685D9-E5A5-45DB-B8E1-0FEE896B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C6EE2-8239-4468-943A-788DED83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47C99-24E1-45B5-9FDF-E5079BC4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Fluxo completo da solucao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47A0C-AC0A-4C93-B6F4-E93C018B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8E0D5-74F2-4D84-9AC8-64EB9540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A"/>
          </a:solidFill>
          <a:ln xmlns:a="http://schemas.openxmlformats.org/drawingml/2006/main" w="9525">
            <a:solidFill>
              <a:srgbClr val="315C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1EBBE-2D06-4526-A364-F8015197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D42E7-9DA9-4AE8-A5F2-F059F5F6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E4AD5-2122-48A2-A771-5D141C35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9525">
            <a:solidFill>
              <a:srgbClr val="007C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E2EAB-C7A4-4E37-BAF1-B4CAFDA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65A4F-2B4E-4BE1-A8BD-02D20CF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80B2B-414C-4A5C-A7B6-62CCFE8E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80831-99BD-4F63-9CE9-09010553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Bronze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6295F-9F70-4682-A9F6-DFB1C4E8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50BF0-059B-4C70-93A6-3F3F9D2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F"/>
          </a:solidFill>
          <a:ln xmlns:a="http://schemas.openxmlformats.org/drawingml/2006/main" w="9525">
            <a:solidFill>
              <a:srgbClr val="E8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07D78-EB10-4E23-8DF9-FD77A0E9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B0C79-21B7-422D-BAE5-BFBD0FD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52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54F27-860B-4E71-ACF0-BF87FAEF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1600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3B194-BC13-4523-97BB-F0F8D4B0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95675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85ACC-F108-4A46-B6E0-7FDD8CB6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942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As viagens entram pelo MySQL, o lookup entra por CSV, e o Spark grava tabelas Delta no HDFS.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8DB19-CE03-44C8-A805-1C39CEB1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Bronze preserva origem | Prata aplica qualidade | Ouro prepara negocio</a:t>
            </a:r>
          </a:p>
        </p:txBody>
      </p:sp>
    </p:spTree>
    <p:extLst>
      <p:ext uri="{BB962C8B-B14F-4D97-AF65-F5344CB8AC3E}">
        <p14:creationId xmlns:p14="http://schemas.microsoft.com/office/powerpoint/2010/main" val="11263745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8F7AC-CF4A-477E-951B-6BFBB75C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70481-AD6A-47EA-AE0C-C592A2F9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F5EA8-742E-4398-B694-9277D9C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Bronze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79726-9F6F-4EDA-A08F-1E564A57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Entrada controlada no lakehouse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B25EE-2C17-4FC4-8D92-9C997548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7468B-D528-4410-B8BF-006023CF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1923E-4533-4B66-9BBB-E2301F29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3512F-5C2C-4562-BB8C-99EAFFE8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bronze.yellow_trips_mysql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B7826-6AE3-47E7-8B9C-A4EC3D6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4005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Snapshot semi-bruto das viagens carregadas no MySQL, com metadados de ingestao.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AFF98-7CEA-4A9E-BED0-66A8E85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C321D-43AC-4AD2-B7F2-93B8F816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5380A-1DF0-4466-AFED-0919292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bronze.taxi_zones_csv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26A3E-CD37-49F3-9196-25FD1EE9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44005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Lookup oficial de zonas lido do CSV da TLC para enriquecer origem e destino.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B8EFF-E67D-419B-845C-0629CEFB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 Bronze evita perda de informacao e cria rastreabilidade da origem.</a:t>
            </a:r>
          </a:p>
        </p:txBody>
      </p:sp>
    </p:spTree>
    <p:extLst>
      <p:ext uri="{BB962C8B-B14F-4D97-AF65-F5344CB8AC3E}">
        <p14:creationId xmlns:p14="http://schemas.microsoft.com/office/powerpoint/2010/main" val="14078800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FE457-7D67-4077-A805-FB2E84B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20D44-CB8D-4E64-AAB6-FCCC0E2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F8A1D-EB5C-4719-A2C6-A95F7B6A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65122-DCE1-48B7-9429-FC9252EC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Limpeza, enriquecimento e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3DDE8-F926-485D-80E1-3DCD741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C1742-063C-4545-AE2F-8417732D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94AEF-4B7B-47A0-94FE-817435F1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Converte datas, inteiros e valores monetarios.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D600E-72AE-4B1D-B1B7-742110A7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A6902-307A-46EA-BD65-882928AF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669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Calcula duracao, hora da corrida e percentual de gorjeta.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8E631-18BA-4D9D-9AC2-9F8C4EFF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5F782-DDFA-4B72-8D03-C6B41283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813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Remove distancia zero, valores negativos, nulos e duplicatas.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1F209-DC2E-4855-B6B0-8235C5E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92830-C239-42CF-9727-BF930855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956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Junta borough e zona de origem/destino usando a dimensao MySQL.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53AF9-840C-42DA-A01A-85982676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BDEEA-B398-41DA-ABDF-C1A5858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silver.trips_enriched</a:t>
            </a:r>
          </a:p>
        </p:txBody>
      </p:sp>
    </p:spTree>
    <p:extLst>
      <p:ext uri="{BB962C8B-B14F-4D97-AF65-F5344CB8AC3E}">
        <p14:creationId xmlns:p14="http://schemas.microsoft.com/office/powerpoint/2010/main" val="342921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DBC0D-AFC1-4702-8CB6-0BCBFE35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13F95-C81C-4273-840C-0559A821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9D2F2-5F00-461B-96DE-2DA09A9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3FE26-4A83-4154-88D6-73B84D0D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Tabelas prontas para decisao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8F085-72A3-45B4-95CA-CAC4A5A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59C8A-4A81-4969-9208-735E535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11DC0-E79A-4FDA-AEA6-2C102BE3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A2AB-7967-4D3C-B413-5F5F953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Receita por bairro/hora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9B3B7-7065-4D72-82B4-4DEB3DC1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66975"/>
            <a:ext cx="30670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Mostra demanda, receita media, distancia media e gorjeta.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9A0B5-AE9B-4CD4-98A6-CA4D5550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644D2-5A1B-4095-AED4-5AE198E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E5EC0-5AB7-4AB1-8ECA-D40D2A6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24075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Desempenho por zona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D90CC-1BB7-422F-A12A-4862BEA2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66975"/>
            <a:ext cx="30670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Ranking de zonas por receita e tempo medio de corrida.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5039B-D848-4594-99CC-20FE0DAA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0CC79-B3E3-4D78-9509-A9B5710F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E85DE-8B48-4999-9A5F-2734E9C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Formas de pagamento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FB30C-F22B-40CB-8EFB-893B7F9A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30670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Compara cartao, dinheiro e demais tipos.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AA99D-5C0B-46FC-8FEF-B397CD2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04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63C07-75C2-44F4-9507-2A6ED6F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D01E5-9194-4D78-8A38-10D6E52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67200"/>
            <a:ext cx="668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Receita diaria + qualidade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AE0C1-AD91-4E33-95D2-ACB95549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10100"/>
            <a:ext cx="6686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Inclui receita por dia, top zonas e resumo de linhas removidas pelas regras.</a:t>
            </a:r>
          </a:p>
        </p:txBody>
      </p:sp>
    </p:spTree>
    <p:extLst>
      <p:ext uri="{BB962C8B-B14F-4D97-AF65-F5344CB8AC3E}">
        <p14:creationId xmlns:p14="http://schemas.microsoft.com/office/powerpoint/2010/main" val="2461369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F9AE84-8781-4812-AD21-DC70EE25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5C331-D490-410B-A446-0A5FBCC2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0BD42-DC35-49C2-9DFF-83B3511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A0B00-7198-45EF-9840-FA47836B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Sequencia para apresentar no laboratorio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FEA13-ADFC-48B9-919E-89A6B7A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FF800-D060-4D13-BA41-32257092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186C3-CEE7-4F6D-BE6A-8A708B16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Subir ambiente: docker compose up -d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1FDCB-B180-42A1-986C-3EA309D4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166A6-E7E1-440C-89A1-10D16F5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Baixar dados: python scripts/download_sources.py --limit 75000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03720-CD6F-4F5C-9561-FC92673A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E9E72-1EFB-4008-86BD-4BA277F2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Carregar MySQL: python scripts/load_mysql_seed.py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55B73-E8A6-467F-9231-D60291A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0F478-B041-47EF-9CA7-A2CC677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Executar Spark: 01_bronze, 02_prata, 03_ouro e 05_validacao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D9FFE-A4E8-444C-96A7-9C86989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9D20B-0455-45EB-8DE3-DFA18FE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Mostrar HDFS e abrir exports em data/gold_exports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06864-742B-49A6-BFBE-7B27D557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 demo prova o ambiente, nao apenas os slides.</a:t>
            </a:r>
          </a:p>
        </p:txBody>
      </p:sp>
    </p:spTree>
    <p:extLst>
      <p:ext uri="{BB962C8B-B14F-4D97-AF65-F5344CB8AC3E}">
        <p14:creationId xmlns:p14="http://schemas.microsoft.com/office/powerpoint/2010/main" val="2086372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876ED-13E3-4E4C-ABAF-23B4056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4994-6AA0-4993-8246-29ABA0C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316B0-92D7-4CA1-BE03-E985966B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F880-69A2-49C9-80C2-A398696D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Perguntas que a camada Ouro responde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0786F-9144-4939-A0EB-AA0A8F1C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59D61-0A08-44D1-A841-16A4C6A4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1F65F-3251-459E-8928-0C9E35AA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FA66A-0D43-439E-BA17-1F818EA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71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Onde?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66478-EBAC-450B-8EF5-2546B60E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14600"/>
            <a:ext cx="2971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Quais boroughs e zonas concentram maior receita e maior volume de corridas.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417DB-0C34-40E2-AA09-414C604B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A687B-C02C-4DBF-AEAC-87A8F21C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F52B2-C3F2-4164-93BB-CD53DFF1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Quando?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24293-D09F-4B24-ABBA-B6D60227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14600"/>
            <a:ext cx="2971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Quais horarios do dia concentram receita e ticket medio mais fortes.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E1F0E-1CA3-43AB-8C6F-AA27235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0365A-88DD-4AD6-B5B6-FCFB0C15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8E998-97D2-446A-8198-16BF6B9E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717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BC010-F02C-4B1B-BEA0-279DA0E6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14600"/>
            <a:ext cx="2971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3"/>
                </a:solidFill>
                <a:latin typeface="Aptos"/>
                <a:ea typeface="Aptos"/>
                <a:cs typeface="Aptos"/>
              </a:rPr>
              <a:t>Como as formas de pagamento se diferenciam em gorjeta e valor medio.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CC3B6-985B-44AA-8380-EF4BE0A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Essas respostas saem de tabelas Delta, nao de manipulacao manual.</a:t>
            </a:r>
          </a:p>
        </p:txBody>
      </p:sp>
    </p:spTree>
    <p:extLst>
      <p:ext uri="{BB962C8B-B14F-4D97-AF65-F5344CB8AC3E}">
        <p14:creationId xmlns:p14="http://schemas.microsoft.com/office/powerpoint/2010/main" val="2031293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2BEE3-B66B-4EEA-B7CD-E16ADF87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6B402-9B24-442A-8D4C-8F9EB0E4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3C6A2-503E-4DDC-BA9A-8673623D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A500E-3818-4939-A0D2-CA52BF8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Entrega alinhada ao enunciado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A836C-92E5-43D4-A681-72E52FAA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63198-8448-470E-B617-95990FB9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9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2E59-F458-403F-B283-20F671C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Dataset aberto e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191AF-2984-486C-AD6A-AFE6827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3C92F-AF4A-4882-B53A-727726D5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669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Origens em CSV e MySQL.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4378-8B87-4B08-B7E3-DEBE55E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C766B-2DEB-4B6D-8321-008C5D3C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Processamento com Spark e armazenamento em HDFS.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CE3C3-964F-4DF9-AC22-FA20A61C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F5BD0-44D5-450F-861E-98E7BAA0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956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Delta Lake organizado em Bronze, Prata e Ouro.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6F93E-5654-4C33-820F-4947D9E5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07FC5-F055-4E29-B714-3AC9EC6E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00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Documentacao, testes, roteiro e comandos de demonstracao.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A849A-824A-4EC6-8EBF-62DA7BE3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D177C-93F8-448C-86E3-7D198D4F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Pronto para apresentar</a:t>
            </a:r>
          </a:p>
        </p:txBody>
      </p:sp>
    </p:spTree>
    <p:extLst>
      <p:ext uri="{BB962C8B-B14F-4D97-AF65-F5344CB8AC3E}">
        <p14:creationId xmlns:p14="http://schemas.microsoft.com/office/powerpoint/2010/main" val="307577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2026-06-02T00:15:32.9720000Z</dcterms:created>
  <dcterms:modified xsi:type="dcterms:W3CDTF">2026-06-02T00:15:32.9720000Z</dcterms:modified>
</coreProperties>
</file>